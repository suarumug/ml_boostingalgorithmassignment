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B138D-C54A-4C1C-0981-E34C5A6658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98B33B-4BEF-8085-5428-4B368C9AA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A718F-EE45-8A38-7977-696BEC1A0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AEABB-59A6-6956-ECFC-E4761A0B1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2577A-0013-51E9-E341-E9972AB2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953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9BF3E-CCD5-2E72-722E-4AD8EDF28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7FCF7-4E80-E544-45F4-1A1A6AA27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F971E-180C-539D-1FC6-9E1361036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1BA19-9FB1-132D-A153-7D10E204C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575F1-67CF-D97D-15E2-800AC8D54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685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FBE3D-2411-C8B0-FF37-DA8C0426C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F36A1F-EF63-0F93-1A4B-052E62E4B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04BE1-C40B-5D48-BF0C-1DBFFC528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B3AB5-DB46-6D1B-4440-1B28C8811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3BFEA-7922-5F8C-D851-E9E1C6933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70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CBB6C-45E1-79ED-358F-99E98D6CC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52846-FE81-896B-188E-F7FBA892DA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0EF229-D105-3C27-A055-344B12EEAA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BEFE2-4312-301C-0590-4F7B4BECC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23C88-483A-1D4D-3627-8266D730D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EAF491-9D55-C2AD-412C-440BF0397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279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0AF4-1FC8-991E-E037-17804C33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3DCBF-85EE-3D63-9FBD-60D056E6B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91CEF-4A89-D900-11E8-F22266313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6994C2-D9B1-25C4-050D-20C91054AA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7D932-0C4C-B368-A8AD-7644F83647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0D564-223F-E3D1-E985-ACEBD9BD2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3DE6AD-A965-F178-3621-D4F77F12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463CFF-1558-460F-964B-8C8CC1E9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275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01FE-E318-BAF0-40C0-6581C8607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16D09B-4F66-750C-3437-E7DC3963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B6677A-B276-0F76-1636-9E42E4B90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9F303-5711-9874-DBCD-E085E1A5D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751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544FB3-CACC-5887-6050-4708ED683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E73C0F-70C2-D941-91E1-E3ED51B34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04616-8C73-A816-DC48-E2E06126F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96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B1A4C-DFB4-EA8E-DB68-B2F4D55FC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9D363-696C-B27D-BAFC-63E24901D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FCAAA-6D12-BD83-9B66-89ABCA874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02D64-BE09-BA4D-953D-E3C6EE8A7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F1487-472E-098C-6E49-D7499C6A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CDED4-A071-AB65-E3BB-F66D71BE8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109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7909C-E835-F02A-93D1-AE6CB0149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75967E-100E-B90D-48D6-175316C4E4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34142-3AEF-3C93-525D-1A3186507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FA1DC-C3AD-47E8-7777-E3A9C3E2A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5E584-B849-F27D-1FE8-C81BE4334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AD766-F035-294F-7C13-6AEF168FC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15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AA37D-9FB5-4A6C-E6AE-8962B108D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81A0B-848A-ACCF-76CB-C467A34BD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ED67D-750E-E770-7CC6-36660BA7A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54DC5-395E-B3DE-1B29-19A03A64B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39015-8515-F09C-3BB3-A6A2F2E08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376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DFD37B-CC6C-3EE5-4744-9518C6E982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87FED-F07C-6324-A955-4FE33C5B15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C2FE3-F226-0B03-DF22-11330017F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F09D3-F042-847C-33EB-C70BEDC62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621E3-55C8-000B-6021-EB932EE46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571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05D751-71B0-8705-BD7F-85D9BAAFF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5FC5E-DDBD-780D-FAD2-F8ACEC6CA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D61F6-497B-E415-1215-C7CC2B7808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31A74A-3A92-421C-BCF2-CAB994678747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A2F68-0D12-3EAC-AA0A-8238195DA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12C4E-475A-AABA-9644-3CC60CF34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227A91-8A4F-4368-AED6-52FD5227C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48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2CBB7-AE63-1C94-0F7D-93DFBC59F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7968" y="353569"/>
            <a:ext cx="9144000" cy="426719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Boosting Algorithm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5855C-9164-2F23-7A5C-833255332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7968" y="780288"/>
            <a:ext cx="10107168" cy="5864352"/>
          </a:xfrm>
        </p:spPr>
        <p:txBody>
          <a:bodyPr>
            <a:normAutofit/>
          </a:bodyPr>
          <a:lstStyle/>
          <a:p>
            <a:pPr algn="l"/>
            <a:r>
              <a:rPr lang="en-US" sz="20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AdaBoost Algorithm (Adaptive Boosting ):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AdaBoost an ensemble learning technique that combines multiple weak models to create a strong predictive model.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works by adding the model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sequentially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correct the errors made by previous model by adjusting the weight to the misclassified data point.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A520C-CC8F-DFDF-C229-B8E786DE7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336" y="2628569"/>
            <a:ext cx="7392432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65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50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Boosting Algorithm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Sudha Arumugam</dc:creator>
  <cp:lastModifiedBy>Sudha Arumugam</cp:lastModifiedBy>
  <cp:revision>1</cp:revision>
  <dcterms:created xsi:type="dcterms:W3CDTF">2026-03-11T05:03:17Z</dcterms:created>
  <dcterms:modified xsi:type="dcterms:W3CDTF">2026-03-11T05:09:11Z</dcterms:modified>
</cp:coreProperties>
</file>